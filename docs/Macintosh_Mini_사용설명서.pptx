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34" autoAdjust="0"/>
    <p:restoredTop sz="94610"/>
  </p:normalViewPr>
  <p:slideViewPr>
    <p:cSldViewPr snapToGrid="0" snapToObjects="1">
      <p:cViewPr>
        <p:scale>
          <a:sx n="89" d="100"/>
          <a:sy n="89" d="100"/>
        </p:scale>
        <p:origin x="84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46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2C744"/>
          </a:solidFill>
          <a:ln w="12700">
            <a:solidFill>
              <a:srgbClr val="F2C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6510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Macintosh Mini  |  사용자 설명서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unsuk123/MacintoshMin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537960" y="0"/>
            <a:ext cx="5653735" cy="6858000"/>
          </a:xfrm>
          <a:prstGeom prst="rect">
            <a:avLst/>
          </a:prstGeom>
          <a:solidFill>
            <a:srgbClr val="FFD65B"/>
          </a:solidFill>
          <a:ln w="12700">
            <a:solidFill>
              <a:srgbClr val="FFD65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image(4).png"/>
          <p:cNvPicPr>
            <a:picLocks noChangeAspect="1"/>
          </p:cNvPicPr>
          <p:nvPr/>
        </p:nvPicPr>
        <p:blipFill>
          <a:blip r:embed="rId3"/>
          <a:srcRect l="5000" r="38969"/>
          <a:stretch/>
        </p:blipFill>
        <p:spPr>
          <a:xfrm>
            <a:off x="6446520" y="228600"/>
            <a:ext cx="5742432" cy="662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9494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MACINTOSH MINI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21792" y="120700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설명서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67512" y="1993392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영상과 소리를 재생하는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작은 매킨토시 미니어처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58368" y="3063240"/>
            <a:ext cx="4297680" cy="0"/>
          </a:xfrm>
          <a:prstGeom prst="line">
            <a:avLst/>
          </a:prstGeom>
          <a:noFill/>
          <a:ln w="15240">
            <a:solidFill>
              <a:srgbClr val="D8C8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67512" y="3355848"/>
            <a:ext cx="1024128" cy="283464"/>
          </a:xfrm>
          <a:prstGeom prst="roundRect">
            <a:avLst>
              <a:gd name="adj" fmla="val 25806"/>
            </a:avLst>
          </a:prstGeom>
          <a:solidFill>
            <a:srgbClr val="F2C744"/>
          </a:solidFill>
          <a:ln w="12700">
            <a:solidFill>
              <a:srgbClr val="F2C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40664" y="34061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VIDEO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10512" y="3355848"/>
            <a:ext cx="1024128" cy="283464"/>
          </a:xfrm>
          <a:prstGeom prst="roundRect">
            <a:avLst>
              <a:gd name="adj" fmla="val 25806"/>
            </a:avLst>
          </a:prstGeom>
          <a:solidFill>
            <a:srgbClr val="F2C744"/>
          </a:solidFill>
          <a:ln w="12700">
            <a:solidFill>
              <a:srgbClr val="F2C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883664" y="34061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AUDIO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953512" y="3355848"/>
            <a:ext cx="1280160" cy="283464"/>
          </a:xfrm>
          <a:prstGeom prst="roundRect">
            <a:avLst>
              <a:gd name="adj" fmla="val 25806"/>
            </a:avLst>
          </a:prstGeom>
          <a:solidFill>
            <a:srgbClr val="F2C744"/>
          </a:solidFill>
          <a:ln w="12700">
            <a:solidFill>
              <a:srgbClr val="F2C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026664" y="340614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microSD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6656" y="61539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Ver. 1.6  |  2026.07</a:t>
            </a:r>
          </a:p>
        </p:txBody>
      </p:sp>
      <p:sp>
        <p:nvSpPr>
          <p:cNvPr id="16" name="Text 13"/>
          <p:cNvSpPr/>
          <p:nvPr/>
        </p:nvSpPr>
        <p:spPr>
          <a:xfrm>
            <a:off x="676656" y="64282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두잉오브젝트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01  QUICK START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처음 사용하기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충전부터 재생까지, 이 순서대로 따라 하기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" y="1828800"/>
            <a:ext cx="1783080" cy="2331720"/>
          </a:xfrm>
          <a:prstGeom prst="roundRect">
            <a:avLst>
              <a:gd name="adj" fmla="val 6154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52144" y="2066544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52144" y="21168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26151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충전하기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" y="3035808"/>
            <a:ext cx="152704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옆면 USB Type-C 단자로
내부 배터리 충전하기</a:t>
            </a:r>
            <a:endParaRPr lang="en-US" sz="1020" dirty="0"/>
          </a:p>
          <a:p>
            <a:pPr marL="0" indent="0" algn="ctr">
              <a:buNone/>
            </a:pP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2286000" y="2816352"/>
            <a:ext cx="237744" cy="310896"/>
          </a:xfrm>
          <a:prstGeom prst="chevron">
            <a:avLst/>
          </a:prstGeom>
          <a:solidFill>
            <a:srgbClr val="D8C8B2"/>
          </a:solidFill>
          <a:ln w="12700">
            <a:solidFill>
              <a:srgbClr val="D8C8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660904" y="1828800"/>
            <a:ext cx="1783080" cy="2331720"/>
          </a:xfrm>
          <a:prstGeom prst="roundRect">
            <a:avLst>
              <a:gd name="adj" fmla="val 6154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337560" y="2066544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37560" y="21168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98064" y="26151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영상 변환하기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88920" y="3035808"/>
            <a:ext cx="152704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파일 변환기에서</a:t>
            </a:r>
          </a:p>
          <a:p>
            <a:r>
              <a:t>영상 여러 개 추가하기</a:t>
            </a:r>
          </a:p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471416" y="2816352"/>
            <a:ext cx="237744" cy="310896"/>
          </a:xfrm>
          <a:prstGeom prst="chevron">
            <a:avLst/>
          </a:prstGeom>
          <a:solidFill>
            <a:srgbClr val="D8C8B2"/>
          </a:solidFill>
          <a:ln w="12700">
            <a:solidFill>
              <a:srgbClr val="D8C8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1828800"/>
            <a:ext cx="1783080" cy="2331720"/>
          </a:xfrm>
          <a:prstGeom prst="roundRect">
            <a:avLst>
              <a:gd name="adj" fmla="val 6154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522976" y="2066544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522976" y="21168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6151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파일 복사하기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74336" y="3035808"/>
            <a:ext cx="152704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생성된 .mjpeg와 .aac를
microSD 카드에 넣기</a:t>
            </a:r>
            <a:endParaRPr lang="en-US" sz="1020" dirty="0"/>
          </a:p>
          <a:p>
            <a:pPr marL="0" indent="0" algn="ctr">
              <a:buNone/>
            </a:pP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656832" y="2816352"/>
            <a:ext cx="237744" cy="310896"/>
          </a:xfrm>
          <a:prstGeom prst="chevron">
            <a:avLst/>
          </a:prstGeom>
          <a:solidFill>
            <a:srgbClr val="D8C8B2"/>
          </a:solidFill>
          <a:ln w="12700">
            <a:solidFill>
              <a:srgbClr val="D8C8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031736" y="1828800"/>
            <a:ext cx="1783080" cy="2331720"/>
          </a:xfrm>
          <a:prstGeom prst="roundRect">
            <a:avLst>
              <a:gd name="adj" fmla="val 6154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708392" y="2066544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708392" y="21168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68896" y="26151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본체 조립하기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59752" y="3035808"/>
            <a:ext cx="152704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카드를 넣은 뒤 앞면 본체를
후면 케이스에 끼우기</a:t>
            </a:r>
            <a:endParaRPr lang="en-US" sz="1020" dirty="0"/>
          </a:p>
          <a:p>
            <a:pPr marL="0" indent="0" algn="ctr">
              <a:buNone/>
            </a:pP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842248" y="2816352"/>
            <a:ext cx="237744" cy="310896"/>
          </a:xfrm>
          <a:prstGeom prst="chevron">
            <a:avLst/>
          </a:prstGeom>
          <a:solidFill>
            <a:srgbClr val="D8C8B2"/>
          </a:solidFill>
          <a:ln w="12700">
            <a:solidFill>
              <a:srgbClr val="D8C8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9217152" y="1828800"/>
            <a:ext cx="1783080" cy="2331720"/>
          </a:xfrm>
          <a:prstGeom prst="roundRect">
            <a:avLst>
              <a:gd name="adj" fmla="val 6154"/>
            </a:avLst>
          </a:prstGeom>
          <a:solidFill>
            <a:srgbClr val="FFF8D9"/>
          </a:solidFill>
          <a:ln w="12700">
            <a:solidFill>
              <a:srgbClr val="F2C744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893808" y="2066544"/>
            <a:ext cx="384048" cy="384048"/>
          </a:xfrm>
          <a:prstGeom prst="ellipse">
            <a:avLst/>
          </a:prstGeom>
          <a:solidFill>
            <a:srgbClr val="C79A17"/>
          </a:solidFill>
          <a:ln w="12700">
            <a:solidFill>
              <a:srgbClr val="C79A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893808" y="21168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54312" y="26151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전원 켜기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345168" y="3035808"/>
            <a:ext cx="152704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기기를 똑바로 세우고
전원 켜기</a:t>
            </a:r>
            <a:endParaRPr lang="en-US" sz="1020" dirty="0"/>
          </a:p>
          <a:p>
            <a:pPr marL="0" indent="0" algn="ctr">
              <a:buNone/>
            </a:pP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1508760" y="4773168"/>
            <a:ext cx="9144000" cy="658368"/>
          </a:xfrm>
          <a:prstGeom prst="roundRect">
            <a:avLst>
              <a:gd name="adj" fmla="val 11111"/>
            </a:avLst>
          </a:prstGeom>
          <a:solidFill>
            <a:srgbClr val="FFF7D8"/>
          </a:solidFill>
          <a:ln w="15240">
            <a:solidFill>
              <a:srgbClr val="F2C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655064" y="49011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9A1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꼭 확인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441448" y="4873752"/>
            <a:ext cx="806500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microSD 카드는 전원을 끈 상태에서 넣고 빼기</a:t>
            </a:r>
            <a:endParaRPr lang="en-US" sz="103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02 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제품 살펴보기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Macintosh Classic 느낌을 담은 microSD 영상 플레이어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" y="1508760"/>
            <a:ext cx="3822192" cy="4526280"/>
          </a:xfrm>
          <a:prstGeom prst="roundRect">
            <a:avLst>
              <a:gd name="adj" fmla="val 2871"/>
            </a:avLst>
          </a:prstGeom>
          <a:solidFill>
            <a:srgbClr val="FFD65B"/>
          </a:solidFill>
          <a:ln w="12700">
            <a:solidFill>
              <a:srgbClr val="FFD65B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834713"/>
            <a:ext cx="2560320" cy="36640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69848" y="5239512"/>
            <a:ext cx="1051560" cy="283464"/>
          </a:xfrm>
          <a:prstGeom prst="roundRect">
            <a:avLst>
              <a:gd name="adj" fmla="val 25806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143000" y="528980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전면 LCD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76856" y="5239512"/>
            <a:ext cx="1261872" cy="283464"/>
          </a:xfrm>
          <a:prstGeom prst="roundRect">
            <a:avLst>
              <a:gd name="adj" fmla="val 25806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2350008" y="528980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내장 스피커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45152" y="1508760"/>
            <a:ext cx="3273552" cy="1298448"/>
          </a:xfrm>
          <a:prstGeom prst="roundRect">
            <a:avLst>
              <a:gd name="adj" fmla="val 8451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645152" y="1508760"/>
            <a:ext cx="100584" cy="1298448"/>
          </a:xfrm>
          <a:prstGeom prst="rect">
            <a:avLst/>
          </a:prstGeom>
          <a:solidFill>
            <a:srgbClr val="F2C744"/>
          </a:solidFill>
          <a:ln w="12700">
            <a:solidFill>
              <a:srgbClr val="F2C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901184" y="1728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영상 재생하기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01184" y="2203704"/>
            <a:ext cx="27706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240×240 MJPEG 영상을 25 FPS 기준으로 화면에 보여주기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183880" y="1508760"/>
            <a:ext cx="3529584" cy="1298448"/>
          </a:xfrm>
          <a:prstGeom prst="roundRect">
            <a:avLst>
              <a:gd name="adj" fmla="val 8451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183880" y="1508760"/>
            <a:ext cx="100584" cy="1298448"/>
          </a:xfrm>
          <a:prstGeom prst="rect">
            <a:avLst/>
          </a:prstGeom>
          <a:solidFill>
            <a:srgbClr val="315B7C"/>
          </a:solidFill>
          <a:ln w="12700">
            <a:solidFill>
              <a:srgbClr val="315B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439912" y="1728216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소리 재생하기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439912" y="2203704"/>
            <a:ext cx="30266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같은 이름의 AAC 오디오를 내장 스피커로 함께 들려주기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45152" y="3044952"/>
            <a:ext cx="3273552" cy="1298448"/>
          </a:xfrm>
          <a:prstGeom prst="roundRect">
            <a:avLst>
              <a:gd name="adj" fmla="val 8451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4645152" y="3044952"/>
            <a:ext cx="100584" cy="1298448"/>
          </a:xfrm>
          <a:prstGeom prst="rect">
            <a:avLst/>
          </a:prstGeom>
          <a:solidFill>
            <a:srgbClr val="4D7B5C"/>
          </a:solidFill>
          <a:ln w="12700">
            <a:solidFill>
              <a:srgbClr val="4D7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4901184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움직임으로 조작하기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901184" y="3739896"/>
            <a:ext cx="27706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기울여서 볼륨 조절, 위아래로 흔들어 일시정지하기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183880" y="3044952"/>
            <a:ext cx="3529584" cy="1298448"/>
          </a:xfrm>
          <a:prstGeom prst="roundRect">
            <a:avLst>
              <a:gd name="adj" fmla="val 8451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8183880" y="3044952"/>
            <a:ext cx="100584" cy="1298448"/>
          </a:xfrm>
          <a:prstGeom prst="rect">
            <a:avLst/>
          </a:prstGeom>
          <a:solidFill>
            <a:srgbClr val="C79A17"/>
          </a:solidFill>
          <a:ln w="12700">
            <a:solidFill>
              <a:srgbClr val="C79A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8439912" y="326440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자동 반복하기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439912" y="3739896"/>
            <a:ext cx="30266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microSD 카드의 영상을 끝까지 재생하고 처음부터 다시 재생하기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645152" y="4617720"/>
            <a:ext cx="7068312" cy="1417320"/>
          </a:xfrm>
          <a:prstGeom prst="roundRect">
            <a:avLst>
              <a:gd name="adj" fmla="val 7742"/>
            </a:avLst>
          </a:prstGeom>
          <a:solidFill>
            <a:srgbClr val="EEEAE1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 descr="/mnt/data/image(3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357" y="4718304"/>
            <a:ext cx="944639" cy="121615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971032" y="4800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내부 구성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5971032" y="519379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LCD 일체형 메인보드 · microSD 리더 · 오디오 앰프 · 스피커 · 내부 배터리</a:t>
            </a:r>
            <a:endParaRPr lang="en-US" sz="1140" dirty="0"/>
          </a:p>
        </p:txBody>
      </p:sp>
      <p:sp>
        <p:nvSpPr>
          <p:cNvPr id="31" name="Text 27"/>
          <p:cNvSpPr/>
          <p:nvPr/>
        </p:nvSpPr>
        <p:spPr>
          <a:xfrm>
            <a:off x="5971032" y="5650992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5C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내부 전자부품은 직접 분해하거나 조정하지 않기</a:t>
            </a:r>
            <a:endParaRPr lang="en-US" sz="1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03  COMPONENTS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구성품 확인하기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 전 본체와 장식 구성품 확인하기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" y="1444752"/>
            <a:ext cx="6446520" cy="4663440"/>
          </a:xfrm>
          <a:prstGeom prst="roundRect">
            <a:avLst>
              <a:gd name="adj" fmla="val 2353"/>
            </a:avLst>
          </a:prstGeom>
          <a:solidFill>
            <a:srgbClr val="FFD65B"/>
          </a:solidFill>
          <a:ln w="12700">
            <a:solidFill>
              <a:srgbClr val="FFD65B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/mnt/data/image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46" y="1627632"/>
            <a:ext cx="5980747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1828800"/>
            <a:ext cx="1371600" cy="530352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12700">
            <a:solidFill>
              <a:srgbClr val="282826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22960" y="196596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후면 케이스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084832" y="2093976"/>
            <a:ext cx="228600" cy="438912"/>
          </a:xfrm>
          <a:prstGeom prst="line">
            <a:avLst/>
          </a:prstGeom>
          <a:noFill/>
          <a:ln w="15240">
            <a:solidFill>
              <a:srgbClr val="2828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5948" y="2100968"/>
            <a:ext cx="1371600" cy="530352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12700">
            <a:solidFill>
              <a:srgbClr val="282826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445676" y="223812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앞면 본체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5948" y="2366144"/>
            <a:ext cx="0" cy="804672"/>
          </a:xfrm>
          <a:prstGeom prst="line">
            <a:avLst/>
          </a:prstGeom>
          <a:noFill/>
          <a:ln w="15240">
            <a:solidFill>
              <a:srgbClr val="2828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747349" y="5262642"/>
            <a:ext cx="1499616" cy="530352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12700">
            <a:solidFill>
              <a:srgbClr val="282826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857077" y="539980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미니 키보드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303" y="2948671"/>
            <a:ext cx="1298448" cy="530352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12700">
            <a:solidFill>
              <a:srgbClr val="282826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687031" y="3085831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미니 마우스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77303" y="3213847"/>
            <a:ext cx="0" cy="530352"/>
          </a:xfrm>
          <a:prstGeom prst="line">
            <a:avLst/>
          </a:prstGeom>
          <a:noFill/>
          <a:ln w="15240">
            <a:solidFill>
              <a:srgbClr val="2828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223760" y="1444752"/>
            <a:ext cx="4489704" cy="2075688"/>
          </a:xfrm>
          <a:prstGeom prst="roundRect">
            <a:avLst>
              <a:gd name="adj" fmla="val 5286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516368" y="17465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기본 구성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25512" y="2295144"/>
            <a:ext cx="82296" cy="82296"/>
          </a:xfrm>
          <a:prstGeom prst="ellipse">
            <a:avLst/>
          </a:prstGeom>
          <a:solidFill>
            <a:srgbClr val="C79A17"/>
          </a:solidFill>
          <a:ln w="12700">
            <a:solidFill>
              <a:srgbClr val="C79A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690104" y="2221992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앞면 본체 + 후면 케이스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7525512" y="2670048"/>
            <a:ext cx="82296" cy="82296"/>
          </a:xfrm>
          <a:prstGeom prst="ellipse">
            <a:avLst/>
          </a:prstGeom>
          <a:solidFill>
            <a:srgbClr val="C79A17"/>
          </a:solidFill>
          <a:ln w="12700">
            <a:solidFill>
              <a:srgbClr val="C79A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690104" y="2596896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미니 키보드 · 미니 마우스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7525512" y="3044952"/>
            <a:ext cx="82296" cy="82296"/>
          </a:xfrm>
          <a:prstGeom prst="ellipse">
            <a:avLst/>
          </a:prstGeom>
          <a:solidFill>
            <a:srgbClr val="B75C4B"/>
          </a:solidFill>
          <a:ln w="12700">
            <a:solidFill>
              <a:srgbClr val="B75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7690104" y="2971800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키보드와 마우스는 장식용으로 사용하기</a:t>
            </a:r>
            <a:endParaRPr lang="en-US" sz="1030" dirty="0"/>
          </a:p>
        </p:txBody>
      </p:sp>
      <p:sp>
        <p:nvSpPr>
          <p:cNvPr id="27" name="Shape 24"/>
          <p:cNvSpPr/>
          <p:nvPr/>
        </p:nvSpPr>
        <p:spPr>
          <a:xfrm>
            <a:off x="7223760" y="3767328"/>
            <a:ext cx="4489704" cy="2340864"/>
          </a:xfrm>
          <a:prstGeom prst="roundRect">
            <a:avLst>
              <a:gd name="adj" fmla="val 4688"/>
            </a:avLst>
          </a:prstGeom>
          <a:solidFill>
            <a:srgbClr val="FFF8D9"/>
          </a:solidFill>
          <a:ln w="12700">
            <a:solidFill>
              <a:srgbClr val="F2C744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7516368" y="4069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따로 준비하기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543800" y="4553712"/>
            <a:ext cx="384048" cy="384048"/>
          </a:xfrm>
          <a:prstGeom prst="ellipse">
            <a:avLst/>
          </a:prstGeom>
          <a:solidFill>
            <a:srgbClr val="C79A17"/>
          </a:solidFill>
          <a:ln w="12700">
            <a:solidFill>
              <a:srgbClr val="C79A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7543800" y="46040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065008" y="4590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microSD 카드</a:t>
            </a:r>
            <a:endParaRPr lang="en-US" sz="1130" dirty="0"/>
          </a:p>
        </p:txBody>
      </p:sp>
      <p:sp>
        <p:nvSpPr>
          <p:cNvPr id="32" name="Text 29"/>
          <p:cNvSpPr/>
          <p:nvPr/>
        </p:nvSpPr>
        <p:spPr>
          <a:xfrm>
            <a:off x="9555480" y="45902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영상 저장용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7543800" y="4992624"/>
            <a:ext cx="384048" cy="384048"/>
          </a:xfrm>
          <a:prstGeom prst="ellipse">
            <a:avLst/>
          </a:prstGeom>
          <a:solidFill>
            <a:srgbClr val="C79A17"/>
          </a:solidFill>
          <a:ln w="12700">
            <a:solidFill>
              <a:srgbClr val="C79A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543800" y="50429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065008" y="50292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USB Type-C 케이블</a:t>
            </a:r>
            <a:endParaRPr lang="en-US" sz="1130" dirty="0"/>
          </a:p>
        </p:txBody>
      </p:sp>
      <p:sp>
        <p:nvSpPr>
          <p:cNvPr id="36" name="Text 33"/>
          <p:cNvSpPr/>
          <p:nvPr/>
        </p:nvSpPr>
        <p:spPr>
          <a:xfrm>
            <a:off x="9555480" y="50292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배터리 충전용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543800" y="5431536"/>
            <a:ext cx="384048" cy="384048"/>
          </a:xfrm>
          <a:prstGeom prst="ellipse">
            <a:avLst/>
          </a:prstGeom>
          <a:solidFill>
            <a:srgbClr val="C79A17"/>
          </a:solidFill>
          <a:ln w="12700">
            <a:solidFill>
              <a:srgbClr val="C79A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7543800" y="54818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065008" y="54681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PC 또는 노트북</a:t>
            </a:r>
            <a:endParaRPr lang="en-US" sz="1130" dirty="0"/>
          </a:p>
        </p:txBody>
      </p:sp>
      <p:sp>
        <p:nvSpPr>
          <p:cNvPr id="40" name="Text 37"/>
          <p:cNvSpPr/>
          <p:nvPr/>
        </p:nvSpPr>
        <p:spPr>
          <a:xfrm>
            <a:off x="9555480" y="54681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영상 변환·복사용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7525512" y="5879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실제 판매 구성에 따라 포함 여부가 다를 수 있음</a:t>
            </a:r>
            <a:endParaRPr lang="en-US" sz="88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F91514DE-F956-7CF5-289C-8C3895B4B735}"/>
              </a:ext>
            </a:extLst>
          </p:cNvPr>
          <p:cNvSpPr/>
          <p:nvPr/>
        </p:nvSpPr>
        <p:spPr>
          <a:xfrm flipV="1">
            <a:off x="4747350" y="5125481"/>
            <a:ext cx="0" cy="411479"/>
          </a:xfrm>
          <a:prstGeom prst="line">
            <a:avLst/>
          </a:prstGeom>
          <a:noFill/>
          <a:ln w="15240">
            <a:solidFill>
              <a:srgbClr val="2828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04  ASSEMBLY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본체 조립·분리하기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microSD 카드를 바꿀 때 앞면 본체와 후면 케이스 분리하기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" y="1481328"/>
            <a:ext cx="6492240" cy="4498848"/>
          </a:xfrm>
          <a:prstGeom prst="roundRect">
            <a:avLst>
              <a:gd name="adj" fmla="val 2439"/>
            </a:avLst>
          </a:prstGeom>
          <a:solidFill>
            <a:srgbClr val="FFD65B"/>
          </a:solidFill>
          <a:ln w="12700">
            <a:solidFill>
              <a:srgbClr val="FFD65B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/mnt/data/image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92" y="1682496"/>
            <a:ext cx="609712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" y="1828800"/>
            <a:ext cx="1325880" cy="530352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12700">
            <a:solidFill>
              <a:srgbClr val="282826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59536" y="196596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후면 케이스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075688" y="2093976"/>
            <a:ext cx="548640" cy="694944"/>
          </a:xfrm>
          <a:prstGeom prst="line">
            <a:avLst/>
          </a:prstGeom>
          <a:noFill/>
          <a:ln w="15240">
            <a:solidFill>
              <a:srgbClr val="2828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5056632" y="1783080"/>
            <a:ext cx="1298448" cy="530352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12700">
            <a:solidFill>
              <a:srgbClr val="282826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166360" y="19202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앞면 본체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56632" y="2048256"/>
            <a:ext cx="0" cy="713232"/>
          </a:xfrm>
          <a:prstGeom prst="line">
            <a:avLst/>
          </a:prstGeom>
          <a:noFill/>
          <a:ln w="15240">
            <a:solidFill>
              <a:srgbClr val="2828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7269480" y="1481328"/>
            <a:ext cx="4443984" cy="4498848"/>
          </a:xfrm>
          <a:prstGeom prst="roundRect">
            <a:avLst>
              <a:gd name="adj" fmla="val 2469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7571232" y="1828800"/>
            <a:ext cx="384048" cy="384048"/>
          </a:xfrm>
          <a:prstGeom prst="ellipse">
            <a:avLst/>
          </a:prstGeom>
          <a:solidFill>
            <a:srgbClr val="B75C4B"/>
          </a:solidFill>
          <a:ln w="12700">
            <a:solidFill>
              <a:srgbClr val="B75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571232" y="18790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38160" y="1837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전원 끄기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38160" y="2212848"/>
            <a:ext cx="3063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카드를</a:t>
            </a:r>
            <a:r>
              <a:rPr lang="en-US" sz="104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04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빼기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7571232" y="2971800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7571232" y="30220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38160" y="2980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 부품 곧게 분리하기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138160" y="3355848"/>
            <a:ext cx="3063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한쪽만 비틀지 말고 양손으로 잡아 천천히 당기기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7571232" y="4114800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7571232" y="41650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138160" y="4123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가이드에 맞춰 다시 끼우기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138160" y="4498848"/>
            <a:ext cx="3063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microSD 카드와 내부 부품이 걸리지 않는지 확인하기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7269480" y="5193792"/>
            <a:ext cx="4443984" cy="667512"/>
          </a:xfrm>
          <a:prstGeom prst="roundRect">
            <a:avLst>
              <a:gd name="adj" fmla="val 10959"/>
            </a:avLst>
          </a:prstGeom>
          <a:solidFill>
            <a:srgbClr val="FFF7D8"/>
          </a:solidFill>
          <a:ln w="15240">
            <a:solidFill>
              <a:srgbClr val="F2C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7415784" y="53218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9A1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꼭 확인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202168" y="5294376"/>
            <a:ext cx="336499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결합이 잘 안 되면 힘으로 밀지 말고 방향과 내부 걸림 다시 확인하기</a:t>
            </a:r>
            <a:endParaRPr lang="en-US" sz="10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05  CHARGING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배터리 충전하기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본체 옆면 USB Type-C 단자로 내부 배터리 충전하기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" y="1444752"/>
            <a:ext cx="4681728" cy="4590288"/>
          </a:xfrm>
          <a:prstGeom prst="roundRect">
            <a:avLst>
              <a:gd name="adj" fmla="val 2390"/>
            </a:avLst>
          </a:prstGeom>
          <a:solidFill>
            <a:srgbClr val="FFD65B"/>
          </a:solidFill>
          <a:ln w="12700">
            <a:solidFill>
              <a:srgbClr val="FFD65B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/mnt/data/image(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74" y="1600200"/>
            <a:ext cx="3570276" cy="4233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 flipH="1" flipV="1">
            <a:off x="1618488" y="3103580"/>
            <a:ext cx="1667973" cy="956355"/>
          </a:xfrm>
          <a:prstGeom prst="line">
            <a:avLst/>
          </a:prstGeom>
          <a:noFill/>
          <a:ln w="25400">
            <a:solidFill>
              <a:srgbClr val="B75C4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3246120" y="3995928"/>
            <a:ext cx="1078992" cy="420624"/>
          </a:xfrm>
          <a:prstGeom prst="roundRect">
            <a:avLst>
              <a:gd name="adj" fmla="val 17391"/>
            </a:avLst>
          </a:prstGeom>
          <a:solidFill>
            <a:srgbClr val="FFFDF8"/>
          </a:solidFill>
          <a:ln w="17780">
            <a:solidFill>
              <a:srgbClr val="B75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3346704" y="411480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B75C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옆면 충전 단자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5468112" y="1444752"/>
            <a:ext cx="6245352" cy="2871216"/>
          </a:xfrm>
          <a:prstGeom prst="roundRect">
            <a:avLst>
              <a:gd name="adj" fmla="val 3822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5779008" y="1764792"/>
            <a:ext cx="384048" cy="384048"/>
          </a:xfrm>
          <a:prstGeom prst="ellipse">
            <a:avLst/>
          </a:prstGeom>
          <a:solidFill>
            <a:srgbClr val="B75C4B"/>
          </a:solidFill>
          <a:ln w="12700">
            <a:solidFill>
              <a:srgbClr val="B75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779008" y="18150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36792" y="183794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기기 전원 끄기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79008" y="2322576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779008" y="237286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36792" y="239572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USB Type-C 케이블을 옆면 단자에 연결하기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779008" y="2880360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779008" y="29306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36792" y="295351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반대쪽을 5V USB 전원에 연결하기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779008" y="3438144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5779008" y="34884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36792" y="35112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충전 후 케이블을 분리하고 사용하기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68112" y="4553712"/>
            <a:ext cx="6245352" cy="1481328"/>
          </a:xfrm>
          <a:prstGeom prst="roundRect">
            <a:avLst>
              <a:gd name="adj" fmla="val 7407"/>
            </a:avLst>
          </a:prstGeom>
          <a:solidFill>
            <a:srgbClr val="FFF8D9"/>
          </a:solidFill>
          <a:ln w="12700">
            <a:solidFill>
              <a:srgbClr val="F2C744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5751576" y="481888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충전할 때 확인하기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769864" y="5303520"/>
            <a:ext cx="82296" cy="82296"/>
          </a:xfrm>
          <a:prstGeom prst="ellipse">
            <a:avLst/>
          </a:prstGeom>
          <a:solidFill>
            <a:srgbClr val="C79A17"/>
          </a:solidFill>
          <a:ln w="12700">
            <a:solidFill>
              <a:srgbClr val="C79A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5934456" y="5230368"/>
            <a:ext cx="5138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평평하고 통풍이 되는 곳에서 충전하기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5769864" y="5641848"/>
            <a:ext cx="82296" cy="82296"/>
          </a:xfrm>
          <a:prstGeom prst="ellipse">
            <a:avLst/>
          </a:prstGeom>
          <a:solidFill>
            <a:srgbClr val="B75C4B"/>
          </a:solidFill>
          <a:ln w="12700">
            <a:solidFill>
              <a:srgbClr val="B75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5934456" y="5568696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심한 발열·냄새·부풀어 오름이 있으면 즉시 충전 중단하기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06  microSD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microSD 카드 준비하기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원본 영상을 그대로 넣지 말고 파일 변환기로 전용 형식 만들기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1664208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883664" y="1947672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883664" y="199796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카드 포맷하기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86384" y="3090672"/>
            <a:ext cx="2578608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PC에서 microSD 카드를 FAT32 형식으로 준비하기. 중요한 파일은 먼저 백업하기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85616" y="2926080"/>
            <a:ext cx="320040" cy="420624"/>
          </a:xfrm>
          <a:prstGeom prst="chevron">
            <a:avLst/>
          </a:prstGeom>
          <a:solidFill>
            <a:srgbClr val="D8C8B2"/>
          </a:solidFill>
          <a:ln w="12700">
            <a:solidFill>
              <a:srgbClr val="D8C8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133088" y="1664208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FFF8D9"/>
          </a:solidFill>
          <a:ln w="12700">
            <a:solidFill>
              <a:srgbClr val="F2C744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541264" y="1947672"/>
            <a:ext cx="384048" cy="384048"/>
          </a:xfrm>
          <a:prstGeom prst="ellipse">
            <a:avLst/>
          </a:prstGeom>
          <a:solidFill>
            <a:srgbClr val="C79A17"/>
          </a:solidFill>
          <a:ln w="12700">
            <a:solidFill>
              <a:srgbClr val="C79A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541264" y="199796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61688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영상 변환하기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43984" y="3090672"/>
            <a:ext cx="2578608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파일 변환기에서 파일 추가 후 MJPEG 영상과 AAC 오디오로 변환하기</a:t>
            </a:r>
          </a:p>
        </p:txBody>
      </p:sp>
      <p:sp>
        <p:nvSpPr>
          <p:cNvPr id="16" name="Shape 14"/>
          <p:cNvSpPr/>
          <p:nvPr/>
        </p:nvSpPr>
        <p:spPr>
          <a:xfrm>
            <a:off x="7443216" y="2926080"/>
            <a:ext cx="320040" cy="420624"/>
          </a:xfrm>
          <a:prstGeom prst="chevron">
            <a:avLst/>
          </a:prstGeom>
          <a:solidFill>
            <a:srgbClr val="D8C8B2"/>
          </a:solidFill>
          <a:ln w="12700">
            <a:solidFill>
              <a:srgbClr val="D8C8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790688" y="1664208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9198864" y="1947672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198864" y="199796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19288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파일 복사하기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101584" y="3090672"/>
            <a:ext cx="2578608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출력 폴더에 생긴 .mjpeg와 .aac 파일을 microSD 카드의 가장 바깥쪽에 복사하기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329184"/>
            <a:ext cx="1508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A6EEB"/>
                </a:solidFill>
              </a:defRPr>
            </a:pPr>
            <a:r>
              <a:t>07  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900" b="1">
                <a:solidFill>
                  <a:srgbClr val="222222"/>
                </a:solidFill>
              </a:defRPr>
            </a:pPr>
            <a:r>
              <a:t>파일 변환기 사용하기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33271"/>
            <a:ext cx="886968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00" b="0">
                <a:solidFill>
                  <a:srgbClr val="5D6470"/>
                </a:solidFill>
              </a:defRPr>
            </a:pPr>
            <a:r>
              <a:t>최신 변환기 화면을 보면서 변환 파일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444752"/>
            <a:ext cx="7200000" cy="46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488" y="1644752"/>
            <a:ext cx="6780000" cy="360000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5488" y="1694752"/>
            <a:ext cx="6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222222"/>
                </a:solidFill>
              </a:defRPr>
            </a:pPr>
            <a:r>
              <a:t>최신 파일 변환기 실제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1598274" y="2064752"/>
            <a:ext cx="3874427" cy="391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9ad9151-afa1-5420-a3f3-1666871065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274" y="2104752"/>
            <a:ext cx="3794427" cy="383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5488" y="5934752"/>
            <a:ext cx="636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470"/>
                </a:solidFill>
              </a:defRPr>
            </a:pPr>
            <a:r>
              <a:t>현재 화면 기준으로 파일 추가 → 출력 폴더 선택 → 설정 확인 → 변환 시작 순서로 사용하기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44752"/>
            <a:ext cx="3749039" cy="2380000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5279" y="1664752"/>
            <a:ext cx="3229039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</a:defRPr>
            </a:pPr>
            <a:r>
              <a:t>이렇게 따라 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5279" y="2004752"/>
            <a:ext cx="3229039" cy="1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90">
                <a:solidFill>
                  <a:srgbClr val="222222"/>
                </a:solidFill>
              </a:defRPr>
            </a:pPr>
            <a:r>
              <a:t>1. "파일 추가" 눌러 변환할 영상 넣기</a:t>
            </a:r>
          </a:p>
          <a:p>
            <a:pPr>
              <a:spcAft>
                <a:spcPts val="400"/>
              </a:spcAft>
              <a:defRPr sz="1190">
                <a:solidFill>
                  <a:srgbClr val="222222"/>
                </a:solidFill>
              </a:defRPr>
            </a:pPr>
            <a:r>
              <a:t>2. 필요 없는 항목은 "선택 삭제" 또는 "모두 삭제" 하기</a:t>
            </a:r>
          </a:p>
          <a:p>
            <a:pPr>
              <a:spcAft>
                <a:spcPts val="400"/>
              </a:spcAft>
              <a:defRPr sz="1190">
                <a:solidFill>
                  <a:srgbClr val="222222"/>
                </a:solidFill>
              </a:defRPr>
            </a:pPr>
            <a:r>
              <a:t>3. "출력 폴더"에서 저장 위치 정하기</a:t>
            </a:r>
          </a:p>
          <a:p>
            <a:pPr>
              <a:spcAft>
                <a:spcPts val="400"/>
              </a:spcAft>
              <a:defRPr sz="1190">
                <a:solidFill>
                  <a:srgbClr val="222222"/>
                </a:solidFill>
              </a:defRPr>
            </a:pPr>
            <a:r>
              <a:t>4. FPS·화질·오디오·가로·세로 값 확인하기</a:t>
            </a:r>
          </a:p>
          <a:p>
            <a:pPr>
              <a:spcAft>
                <a:spcPts val="400"/>
              </a:spcAft>
              <a:defRPr sz="1190">
                <a:solidFill>
                  <a:srgbClr val="222222"/>
                </a:solidFill>
              </a:defRPr>
            </a:pPr>
            <a:r>
              <a:t>5. "변환 시작" 누르고 아래 로그 확인하기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940000"/>
            <a:ext cx="3749039" cy="2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5279" y="4150000"/>
            <a:ext cx="3229039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</a:defRPr>
            </a:pPr>
            <a:r>
              <a:t>이 화면에서 보이는 기본 설정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5279" y="4490000"/>
            <a:ext cx="322903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90">
                <a:solidFill>
                  <a:srgbClr val="222222"/>
                </a:solidFill>
              </a:defRPr>
            </a:pPr>
            <a:r>
              <a:t>• FPS 25  → 재생 속도 기준</a:t>
            </a:r>
          </a:p>
          <a:p>
            <a:pPr>
              <a:spcAft>
                <a:spcPts val="400"/>
              </a:spcAft>
              <a:defRPr sz="1190">
                <a:solidFill>
                  <a:srgbClr val="222222"/>
                </a:solidFill>
              </a:defRPr>
            </a:pPr>
            <a:r>
              <a:t>• 화질 q:v 9  → 숫자가 낮을수록 고화질</a:t>
            </a:r>
          </a:p>
          <a:p>
            <a:pPr>
              <a:spcAft>
                <a:spcPts val="400"/>
              </a:spcAft>
              <a:defRPr sz="1190">
                <a:solidFill>
                  <a:srgbClr val="222222"/>
                </a:solidFill>
              </a:defRPr>
            </a:pPr>
            <a:r>
              <a:t>• 오디오 비트레이트 64k</a:t>
            </a:r>
          </a:p>
          <a:p>
            <a:pPr>
              <a:spcAft>
                <a:spcPts val="400"/>
              </a:spcAft>
              <a:defRPr sz="1190">
                <a:solidFill>
                  <a:srgbClr val="222222"/>
                </a:solidFill>
              </a:defRPr>
            </a:pPr>
            <a:r>
              <a:t>• 가로 240 / 세로 200</a:t>
            </a:r>
          </a:p>
          <a:p>
            <a:pPr>
              <a:spcAft>
                <a:spcPts val="400"/>
              </a:spcAft>
              <a:defRPr sz="1190">
                <a:solidFill>
                  <a:srgbClr val="222222"/>
                </a:solidFill>
              </a:defRPr>
            </a:pPr>
            <a:r>
              <a:t>• 볼륨 감쇠(dB) 0  → 소리 크기 보정값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6220000"/>
            <a:ext cx="10424160" cy="36576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6295000"/>
            <a:ext cx="9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30" b="0">
                <a:solidFill>
                  <a:srgbClr val="222222"/>
                </a:solidFill>
              </a:defRPr>
            </a:pPr>
            <a:r>
              <a:t>TIP  처음에는 FPS 25 / q:v 9 / 64k / 240×200 / 볼륨 감쇠 0 그대로 변환해 보기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08  FILE RULES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파일 이름과 저장 규칙 알기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재생 오류 대부분은 파일 형식·이름·위치에서 생김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" y="1490472"/>
            <a:ext cx="5440680" cy="4535424"/>
          </a:xfrm>
          <a:prstGeom prst="roundRect">
            <a:avLst>
              <a:gd name="adj" fmla="val 2419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올바른 저장 예시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86384" y="2267712"/>
            <a:ext cx="4828032" cy="2606040"/>
          </a:xfrm>
          <a:prstGeom prst="roundRect">
            <a:avLst>
              <a:gd name="adj" fmla="val 2105"/>
            </a:avLst>
          </a:prstGeom>
          <a:solidFill>
            <a:srgbClr val="292A2D"/>
          </a:solidFill>
          <a:ln w="12700">
            <a:solidFill>
              <a:srgbClr val="292A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24128" y="2487168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2C744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/Loading.mjpeg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3218688" y="2487168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C9C9C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부팅 직후 1회 재생 (선택)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1024128" y="2770632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2C744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/Loading.aac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3218688" y="2770632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C9C9C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Loading 영상의 소리 (선택)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024128" y="3054096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2C744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/Transition.mjpeg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3218688" y="3054096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C9C9C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영상 사이 전환 화면 (선택)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1024128" y="3337560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2C744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/Transition.aac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3218688" y="3337560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C9C9C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Transition 소리 (선택)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024128" y="3621024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/01_memory.mjpeg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3218688" y="3621024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C9C9C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일반 재생 영상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1024128" y="3904488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/01_memory.aac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3218688" y="3904488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C9C9C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같은 이름의 오디오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024128" y="4187952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/02_trip.mjpeg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3218688" y="4187952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C9C9C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 번째 영상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1024128" y="4471416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/02_trip.aac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3218688" y="4471416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C9C9C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 번째 오디오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960120" y="51389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4D7B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microSD 카드의 가장 바깥쪽(root)에 저장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217920" y="1490472"/>
            <a:ext cx="5495544" cy="4535424"/>
          </a:xfrm>
          <a:prstGeom prst="roundRect">
            <a:avLst>
              <a:gd name="adj" fmla="val 2419"/>
            </a:avLst>
          </a:prstGeom>
          <a:solidFill>
            <a:srgbClr val="FFF8D9"/>
          </a:solidFill>
          <a:ln w="12700">
            <a:solidFill>
              <a:srgbClr val="F2C744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28816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반드시 지키기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65392" y="2322576"/>
            <a:ext cx="384048" cy="384048"/>
          </a:xfrm>
          <a:prstGeom prst="ellipse">
            <a:avLst/>
          </a:prstGeom>
          <a:solidFill>
            <a:srgbClr val="B75C4B"/>
          </a:solidFill>
          <a:ln w="12700">
            <a:solidFill>
              <a:srgbClr val="B75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565392" y="237286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95744" y="234086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이름 맞추기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759952" y="2340864"/>
            <a:ext cx="245059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영상과 소리 파일 이름을 동일하게 만들기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65392" y="2852928"/>
            <a:ext cx="384048" cy="384048"/>
          </a:xfrm>
          <a:prstGeom prst="ellipse">
            <a:avLst/>
          </a:prstGeom>
          <a:solidFill>
            <a:srgbClr val="B75C4B"/>
          </a:solidFill>
          <a:ln w="12700">
            <a:solidFill>
              <a:srgbClr val="B75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565392" y="29032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95744" y="287121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폴더 만들지 않기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8759952" y="2871216"/>
            <a:ext cx="245059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변환 파일은 카드 최상위에 바로 넣기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65392" y="3383280"/>
            <a:ext cx="384048" cy="384048"/>
          </a:xfrm>
          <a:prstGeom prst="ellipse">
            <a:avLst/>
          </a:prstGeom>
          <a:solidFill>
            <a:srgbClr val="B75C4B"/>
          </a:solidFill>
          <a:ln w="12700">
            <a:solidFill>
              <a:srgbClr val="B75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565392" y="34335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95744" y="340156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80" b="1" dirty="0" err="1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원본</a:t>
            </a:r>
            <a:r>
              <a:rPr sz="10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080" b="1" dirty="0" err="1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영상</a:t>
            </a:r>
            <a:r>
              <a:rPr sz="10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080" b="1" dirty="0" err="1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넣지</a:t>
            </a:r>
            <a:r>
              <a:rPr sz="10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080" b="1" dirty="0" err="1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않기</a:t>
            </a:r>
            <a:endParaRPr sz="1080" b="1" dirty="0">
              <a:solidFill>
                <a:srgbClr val="282826"/>
              </a:solidFill>
              <a:latin typeface="NanumSquare" pitchFamily="34" charset="0"/>
              <a:ea typeface="NanumSquare" pitchFamily="34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759952" y="3401568"/>
            <a:ext cx="245059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sz="95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기기는</a:t>
            </a:r>
            <a:r>
              <a:rPr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MP4·MOV·MKV를 </a:t>
            </a:r>
            <a:r>
              <a:rPr sz="95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직접</a:t>
            </a:r>
            <a:r>
              <a:rPr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95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재생하지</a:t>
            </a:r>
            <a:r>
              <a:rPr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95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않음</a:t>
            </a:r>
            <a:endParaRPr sz="950" dirty="0">
              <a:solidFill>
                <a:srgbClr val="6E675D"/>
              </a:solidFill>
              <a:latin typeface="NanumSquare" pitchFamily="34" charset="0"/>
              <a:ea typeface="NanumSquare" pitchFamily="34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565392" y="3913632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565392" y="39639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95744" y="393192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80" b="1" dirty="0" err="1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변환된</a:t>
            </a:r>
            <a:r>
              <a:rPr sz="10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080" b="1" dirty="0" err="1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이름</a:t>
            </a:r>
            <a:r>
              <a:rPr sz="10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080" b="1" dirty="0" err="1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사용</a:t>
            </a:r>
            <a:endParaRPr sz="1080" b="1" dirty="0">
              <a:solidFill>
                <a:srgbClr val="282826"/>
              </a:solidFill>
              <a:latin typeface="NanumSquare" pitchFamily="34" charset="0"/>
              <a:ea typeface="NanumSquare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759952" y="3931920"/>
            <a:ext cx="245059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sz="95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변환기가</a:t>
            </a:r>
            <a:r>
              <a:rPr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95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만든</a:t>
            </a:r>
            <a:r>
              <a:rPr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.</a:t>
            </a:r>
            <a:r>
              <a:rPr sz="95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mjpeg</a:t>
            </a:r>
            <a:r>
              <a:rPr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/.</a:t>
            </a:r>
            <a:r>
              <a:rPr sz="95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aac</a:t>
            </a:r>
            <a:r>
              <a:rPr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95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이름</a:t>
            </a:r>
            <a:r>
              <a:rPr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95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그대로</a:t>
            </a:r>
            <a:r>
              <a:rPr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95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사용하기</a:t>
            </a:r>
            <a:endParaRPr sz="950" dirty="0">
              <a:solidFill>
                <a:srgbClr val="6E675D"/>
              </a:solidFill>
              <a:latin typeface="NanumSquare" pitchFamily="34" charset="0"/>
              <a:ea typeface="NanumSquare" pitchFamily="34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565392" y="4443984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565392" y="44942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95744" y="44622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Loading/Transition 예약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8759952" y="4462272"/>
            <a:ext cx="245059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일반 영상 이름으로 사용하지 않기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65392" y="4974336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565392" y="50246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095744" y="499262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여러 영상 자동 반복</a:t>
            </a:r>
            <a:endParaRPr lang="en-US" sz="1080" dirty="0"/>
          </a:p>
        </p:txBody>
      </p:sp>
      <p:sp>
        <p:nvSpPr>
          <p:cNvPr id="50" name="Text 48"/>
          <p:cNvSpPr/>
          <p:nvPr/>
        </p:nvSpPr>
        <p:spPr>
          <a:xfrm>
            <a:off x="8759952" y="4992624"/>
            <a:ext cx="245059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목록의 마지막 영상 이후 처음부터 다시 재생하기</a:t>
            </a:r>
            <a:endParaRPr lang="en-US" sz="95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09  PLAY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전원 켜고 재생하기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전원을 켜면 카드의 영상을 자동으로 찾아 재생하기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65376"/>
            <a:ext cx="1984248" cy="3017520"/>
          </a:xfrm>
          <a:prstGeom prst="roundRect">
            <a:avLst>
              <a:gd name="adj" fmla="val 5530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298448" y="2121408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98448" y="21717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2734056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카드 삽입하기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3255264"/>
            <a:ext cx="16184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전원을 끈 상태에서
microSD 카드 넣기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05456" y="3090672"/>
            <a:ext cx="228600" cy="310896"/>
          </a:xfrm>
          <a:prstGeom prst="chevron">
            <a:avLst/>
          </a:prstGeom>
          <a:solidFill>
            <a:srgbClr val="D8C8B2"/>
          </a:solidFill>
          <a:ln w="12700">
            <a:solidFill>
              <a:srgbClr val="D8C8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807208" y="1865376"/>
            <a:ext cx="1984248" cy="3017520"/>
          </a:xfrm>
          <a:prstGeom prst="roundRect">
            <a:avLst>
              <a:gd name="adj" fmla="val 5530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02736" y="2121408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602736" y="21717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2734056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본체 조립하기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990088" y="3255264"/>
            <a:ext cx="16184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앞면 본체를 후면
케이스에 끼우기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9744" y="3090672"/>
            <a:ext cx="228600" cy="310896"/>
          </a:xfrm>
          <a:prstGeom prst="chevron">
            <a:avLst/>
          </a:prstGeom>
          <a:solidFill>
            <a:srgbClr val="D8C8B2"/>
          </a:solidFill>
          <a:ln w="12700">
            <a:solidFill>
              <a:srgbClr val="D8C8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111496" y="1865376"/>
            <a:ext cx="1984248" cy="3017520"/>
          </a:xfrm>
          <a:prstGeom prst="roundRect">
            <a:avLst>
              <a:gd name="adj" fmla="val 5530"/>
            </a:avLst>
          </a:prstGeom>
          <a:solidFill>
            <a:srgbClr val="FFF8D9"/>
          </a:solidFill>
          <a:ln w="12700">
            <a:solidFill>
              <a:srgbClr val="F2C744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907024" y="2121408"/>
            <a:ext cx="384048" cy="384048"/>
          </a:xfrm>
          <a:prstGeom prst="ellipse">
            <a:avLst/>
          </a:prstGeom>
          <a:solidFill>
            <a:srgbClr val="C79A17"/>
          </a:solidFill>
          <a:ln w="12700">
            <a:solidFill>
              <a:srgbClr val="C79A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907024" y="21717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76088" y="2734056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똑바로 세워두기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294376" y="3255264"/>
            <a:ext cx="16184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평평한 곳에 세우고
잠깐 움직이지 않기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14032" y="3090672"/>
            <a:ext cx="228600" cy="310896"/>
          </a:xfrm>
          <a:prstGeom prst="chevron">
            <a:avLst/>
          </a:prstGeom>
          <a:solidFill>
            <a:srgbClr val="D8C8B2"/>
          </a:solidFill>
          <a:ln w="12700">
            <a:solidFill>
              <a:srgbClr val="D8C8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415784" y="1865376"/>
            <a:ext cx="1984248" cy="3017520"/>
          </a:xfrm>
          <a:prstGeom prst="roundRect">
            <a:avLst>
              <a:gd name="adj" fmla="val 5530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211312" y="2121408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211312" y="21717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80376" y="2734056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전원 켜기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598664" y="3255264"/>
            <a:ext cx="16184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전원 버튼을 눌러
부팅 시작하기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18320" y="3090672"/>
            <a:ext cx="228600" cy="310896"/>
          </a:xfrm>
          <a:prstGeom prst="chevron">
            <a:avLst/>
          </a:prstGeom>
          <a:solidFill>
            <a:srgbClr val="D8C8B2"/>
          </a:solidFill>
          <a:ln w="12700">
            <a:solidFill>
              <a:srgbClr val="D8C8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9720072" y="1865376"/>
            <a:ext cx="1984248" cy="3017520"/>
          </a:xfrm>
          <a:prstGeom prst="roundRect">
            <a:avLst>
              <a:gd name="adj" fmla="val 5530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0515600" y="2121408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515600" y="21717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84664" y="2734056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자동 재생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902952" y="3255264"/>
            <a:ext cx="16184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Loading 후 일반 영상
반복 재생하기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87552" y="5285232"/>
            <a:ext cx="10241280" cy="749808"/>
          </a:xfrm>
          <a:prstGeom prst="roundRect">
            <a:avLst>
              <a:gd name="adj" fmla="val 9756"/>
            </a:avLst>
          </a:prstGeom>
          <a:solidFill>
            <a:srgbClr val="FFF7D8"/>
          </a:solidFill>
          <a:ln w="15240">
            <a:solidFill>
              <a:srgbClr val="F2C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133856" y="54132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9A1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꼭 확인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20240" y="5385816"/>
            <a:ext cx="91622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전원을 켠 직후 약 1초 동안 기기를 똑바로 세워두기. 이 위치를 기준으로 기울임 볼륨 인식하기</a:t>
            </a:r>
            <a:endParaRPr lang="en-US" sz="103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10 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기울이고 흔들어 조작하기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물리 재생 버튼 없이 기기의 움직임으로 볼륨과 일시정지 조작하기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" y="1463040"/>
            <a:ext cx="3246120" cy="4526280"/>
          </a:xfrm>
          <a:prstGeom prst="roundRect">
            <a:avLst>
              <a:gd name="adj" fmla="val 3380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0">
            <a:off x="1366012" y="1673352"/>
            <a:ext cx="1437640" cy="2057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96312" y="1892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D7B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↻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04672" y="3813048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볼륨 높이기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4288536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화면 정면을 기준으로
시계 방향으로 기울이기</a:t>
            </a:r>
            <a:endParaRPr lang="en-US" sz="1130" dirty="0"/>
          </a:p>
          <a:p>
            <a:pPr marL="0" indent="0" algn="ctr">
              <a:buNone/>
            </a:pP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960120" y="5102352"/>
            <a:ext cx="2276856" cy="283464"/>
          </a:xfrm>
          <a:prstGeom prst="roundRect">
            <a:avLst>
              <a:gd name="adj" fmla="val 25806"/>
            </a:avLst>
          </a:prstGeom>
          <a:solidFill>
            <a:srgbClr val="4D7B5C"/>
          </a:solidFill>
          <a:ln w="12700">
            <a:solidFill>
              <a:srgbClr val="4D7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33272" y="5152644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많이 기울일수록 빠르게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87368" y="1463040"/>
            <a:ext cx="3246120" cy="4526280"/>
          </a:xfrm>
          <a:prstGeom prst="roundRect">
            <a:avLst>
              <a:gd name="adj" fmla="val 3380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4977892" y="1673352"/>
            <a:ext cx="1437640" cy="2057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70832" y="1892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15B7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↺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4416552" y="3813048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볼륨 낮추기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434840" y="4288536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화면 정면을 기준으로
반시계 방향으로 기울이기</a:t>
            </a:r>
            <a:endParaRPr lang="en-US" sz="1130" dirty="0"/>
          </a:p>
          <a:p>
            <a:pPr marL="0" indent="0" algn="ctr">
              <a:buNone/>
            </a:pPr>
            <a:endParaRPr lang="en-US" sz="1130" dirty="0"/>
          </a:p>
        </p:txBody>
      </p:sp>
      <p:sp>
        <p:nvSpPr>
          <p:cNvPr id="17" name="Shape 13"/>
          <p:cNvSpPr/>
          <p:nvPr/>
        </p:nvSpPr>
        <p:spPr>
          <a:xfrm>
            <a:off x="4590288" y="5102352"/>
            <a:ext cx="2276856" cy="283464"/>
          </a:xfrm>
          <a:prstGeom prst="roundRect">
            <a:avLst>
              <a:gd name="adj" fmla="val 25806"/>
            </a:avLst>
          </a:prstGeom>
          <a:solidFill>
            <a:srgbClr val="315B7C"/>
          </a:solidFill>
          <a:ln w="12700">
            <a:solidFill>
              <a:srgbClr val="315B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4663440" y="5152644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화면 아래에 VOL 표시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699248" y="1463040"/>
            <a:ext cx="3575304" cy="4526280"/>
          </a:xfrm>
          <a:prstGeom prst="roundRect">
            <a:avLst>
              <a:gd name="adj" fmla="val 3069"/>
            </a:avLst>
          </a:prstGeom>
          <a:solidFill>
            <a:srgbClr val="FFF8D9"/>
          </a:solidFill>
          <a:ln w="12700">
            <a:solidFill>
              <a:srgbClr val="F2C744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" name="Image 2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652" y="1673352"/>
            <a:ext cx="1437640" cy="20574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302752" y="1975104"/>
            <a:ext cx="0" cy="713232"/>
          </a:xfrm>
          <a:prstGeom prst="line">
            <a:avLst/>
          </a:prstGeom>
          <a:noFill/>
          <a:ln w="38100">
            <a:solidFill>
              <a:srgbClr val="B75C4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10744200" y="1975104"/>
            <a:ext cx="0" cy="713232"/>
          </a:xfrm>
          <a:prstGeom prst="line">
            <a:avLst/>
          </a:prstGeom>
          <a:noFill/>
          <a:ln w="38100">
            <a:solidFill>
              <a:srgbClr val="B75C4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Text 18"/>
          <p:cNvSpPr/>
          <p:nvPr/>
        </p:nvSpPr>
        <p:spPr>
          <a:xfrm>
            <a:off x="8065008" y="3813048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일시정지 / 재개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046720" y="426110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기기를 단단히 잡고
위아래로 짧게 흔들기</a:t>
            </a:r>
            <a:endParaRPr lang="en-US" sz="1110" dirty="0"/>
          </a:p>
          <a:p>
            <a:pPr marL="0" indent="0" algn="ctr">
              <a:buNone/>
            </a:pPr>
            <a:endParaRPr lang="en-US" sz="1110" dirty="0"/>
          </a:p>
        </p:txBody>
      </p:sp>
      <p:sp>
        <p:nvSpPr>
          <p:cNvPr id="25" name="Shape 20"/>
          <p:cNvSpPr/>
          <p:nvPr/>
        </p:nvSpPr>
        <p:spPr>
          <a:xfrm>
            <a:off x="8394192" y="5102352"/>
            <a:ext cx="2267712" cy="283464"/>
          </a:xfrm>
          <a:prstGeom prst="roundRect">
            <a:avLst>
              <a:gd name="adj" fmla="val 25806"/>
            </a:avLst>
          </a:prstGeom>
          <a:solidFill>
            <a:srgbClr val="B75C4B"/>
          </a:solidFill>
          <a:ln w="12700">
            <a:solidFill>
              <a:srgbClr val="B75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8467344" y="5152644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번 더 흔들면 재개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85800" y="6153912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볼륨 조절을 멈추려면 기기를 원래 위치로 되돌리기. 흔들기는 약 1초 간격으로 사용하기</a:t>
            </a:r>
            <a:endParaRPr lang="en-US" sz="9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11  REPLACE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영상 바꾸기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새 영상을 넣을 때는 아래 순서로 안전하게 교체하기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600200"/>
            <a:ext cx="384048" cy="384048"/>
          </a:xfrm>
          <a:prstGeom prst="ellipse">
            <a:avLst/>
          </a:prstGeom>
          <a:solidFill>
            <a:srgbClr val="B75C4B"/>
          </a:solidFill>
          <a:ln w="12700">
            <a:solidFill>
              <a:srgbClr val="B75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16504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1572768"/>
            <a:ext cx="9930384" cy="667512"/>
          </a:xfrm>
          <a:prstGeom prst="roundRect">
            <a:avLst>
              <a:gd name="adj" fmla="val 16438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618488" y="17556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전원 끄기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063240" y="1746504"/>
            <a:ext cx="7772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재생을 종료하고 기기 전원 완전히 끄기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2478024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13232" y="25283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25880" y="2450592"/>
            <a:ext cx="9930384" cy="667512"/>
          </a:xfrm>
          <a:prstGeom prst="roundRect">
            <a:avLst>
              <a:gd name="adj" fmla="val 16438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618488" y="26334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본체 분리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63240" y="2624328"/>
            <a:ext cx="7772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앞면</a:t>
            </a:r>
            <a:r>
              <a:rPr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10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본체와</a:t>
            </a:r>
            <a:r>
              <a:rPr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10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후면</a:t>
            </a:r>
            <a:r>
              <a:rPr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10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케이스를</a:t>
            </a:r>
            <a:r>
              <a:rPr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10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천천히</a:t>
            </a:r>
            <a:r>
              <a:rPr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10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분리하기</a:t>
            </a:r>
            <a:endParaRPr sz="1100" dirty="0">
              <a:solidFill>
                <a:srgbClr val="6E675D"/>
              </a:solidFill>
              <a:latin typeface="NanumSquare" pitchFamily="34" charset="0"/>
              <a:ea typeface="NanumSquare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3232" y="3355848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13232" y="340614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25880" y="3328416"/>
            <a:ext cx="9930384" cy="667512"/>
          </a:xfrm>
          <a:prstGeom prst="roundRect">
            <a:avLst>
              <a:gd name="adj" fmla="val 16438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618488" y="351129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카드 꺼내기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063240" y="3502152"/>
            <a:ext cx="7772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microSD 카드를 빼서 PC 카드 리더에 연결하기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4233672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13232" y="428396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25880" y="4206240"/>
            <a:ext cx="9930384" cy="667512"/>
          </a:xfrm>
          <a:prstGeom prst="roundRect">
            <a:avLst>
              <a:gd name="adj" fmla="val 16438"/>
            </a:avLst>
          </a:prstGeom>
          <a:solidFill>
            <a:srgbClr val="FFF8D9"/>
          </a:solidFill>
          <a:ln w="12700">
            <a:solidFill>
              <a:srgbClr val="F2C744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618488" y="4389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파일 교체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063240" y="4379976"/>
            <a:ext cx="7772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파일을 백업·삭제하고 변환기로 만든 새 파일 복사하기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" y="5111496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13232" y="51617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325880" y="5084064"/>
            <a:ext cx="9930384" cy="667512"/>
          </a:xfrm>
          <a:prstGeom prst="roundRect">
            <a:avLst>
              <a:gd name="adj" fmla="val 16438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618488" y="52669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다시 조립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063240" y="5257800"/>
            <a:ext cx="7772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PC에서 안전하게 제거한 뒤 카드 삽입·본체 조립·전원 ON 하기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12  TROUBLESHOOTING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 해결하기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아래 항목을 순서대로 확인한 뒤 전원 다시 켜기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" y="1481328"/>
            <a:ext cx="5504688" cy="941832"/>
          </a:xfrm>
          <a:prstGeom prst="roundRect">
            <a:avLst>
              <a:gd name="adj" fmla="val 11650"/>
            </a:avLst>
          </a:prstGeom>
          <a:solidFill>
            <a:srgbClr val="FFF8D9"/>
          </a:solidFill>
          <a:ln w="12700">
            <a:solidFill>
              <a:srgbClr val="F2C744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94944" y="16642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B75C4B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SD card failed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2505456" y="1627632"/>
            <a:ext cx="318211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전원을 끄고 카드 다시 꽂기. FAT32 포맷 확인하기. 다른 카드도 시험하기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6263640" y="1481328"/>
            <a:ext cx="5504688" cy="941832"/>
          </a:xfrm>
          <a:prstGeom prst="roundRect">
            <a:avLst>
              <a:gd name="adj" fmla="val 11650"/>
            </a:avLst>
          </a:prstGeom>
          <a:solidFill>
            <a:srgbClr val="FFF8D9"/>
          </a:solidFill>
          <a:ln w="12700">
            <a:solidFill>
              <a:srgbClr val="F2C744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83096" y="16642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B75C4B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No videos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293608" y="1627632"/>
            <a:ext cx="318211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카드 최상위에 .mjpeg 파일이 있는지 확인하기. 원본 MP4만 넣지 않기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75488" y="2651760"/>
            <a:ext cx="5504688" cy="941832"/>
          </a:xfrm>
          <a:prstGeom prst="roundRect">
            <a:avLst>
              <a:gd name="adj" fmla="val 11650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12648" y="283464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영상은 나오는데 소리가 없음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2505456" y="2798064"/>
            <a:ext cx="318211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같은 이름의 .aac 파일 확인하기. 기기를 시계 방향으로 기울여 볼륨 올리기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6263640" y="2651760"/>
            <a:ext cx="5504688" cy="941832"/>
          </a:xfrm>
          <a:prstGeom prst="roundRect">
            <a:avLst>
              <a:gd name="adj" fmla="val 11650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83096" y="283464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 b="1" dirty="0" err="1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변환</a:t>
            </a:r>
            <a:r>
              <a:rPr sz="12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200" b="1" dirty="0" err="1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실패가</a:t>
            </a:r>
            <a:r>
              <a:rPr sz="12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200" b="1" dirty="0" err="1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</a:rPr>
              <a:t>표시됨</a:t>
            </a:r>
            <a:endParaRPr sz="1200" b="1" dirty="0">
              <a:solidFill>
                <a:srgbClr val="282826"/>
              </a:solidFill>
              <a:latin typeface="NanumSquare" pitchFamily="34" charset="0"/>
              <a:ea typeface="NanumSquare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93608" y="2798064"/>
            <a:ext cx="318211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전원을 끈 뒤 평평한 곳에 똑바로 세우고 다시 켜기. 부팅 중에는 움직이지 않기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75488" y="3822192"/>
            <a:ext cx="5504688" cy="941832"/>
          </a:xfrm>
          <a:prstGeom prst="roundRect">
            <a:avLst>
              <a:gd name="adj" fmla="val 11650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94944" y="40050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일시정지가 잘 안 됨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2505456" y="3968496"/>
            <a:ext cx="318211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기기를 단단히 잡고 위아래 방향으로만 짧게 흔들기. 다음 동작 전 약 1초 기다리기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263640" y="3822192"/>
            <a:ext cx="5504688" cy="941832"/>
          </a:xfrm>
          <a:prstGeom prst="roundRect">
            <a:avLst>
              <a:gd name="adj" fmla="val 11650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83096" y="40050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재생이 끊기거나 느림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8293608" y="3968496"/>
            <a:ext cx="318211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240×240·25 FPS 설정으로 다시 변환하기. 품질이 좋은 microSD 카드 사용하기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475488" y="4992624"/>
            <a:ext cx="5504688" cy="941832"/>
          </a:xfrm>
          <a:prstGeom prst="roundRect">
            <a:avLst>
              <a:gd name="adj" fmla="val 11650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94944" y="51755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전원이 켜지지 않음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2505456" y="5138928"/>
            <a:ext cx="318211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충전 케이블·전원 어댑터를 바꿔보기. 최소 30분 충전 후 다시 시도하기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263640" y="4992624"/>
            <a:ext cx="5504688" cy="941832"/>
          </a:xfrm>
          <a:prstGeom prst="roundRect">
            <a:avLst>
              <a:gd name="adj" fmla="val 11650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83096" y="51755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케이스가 닫히지 않음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8293608" y="5138928"/>
            <a:ext cx="318211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힘으로 누르지 말고 카드 위치·내부 걸림·결합 방향 다시 확인하기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914400" y="62636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B75C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 방법으로 해결되지 않으면 임의 분해하지 말고 판매자에게 증상과 화면 메시지 알려주기</a:t>
            </a:r>
            <a:endParaRPr lang="en-US" sz="104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13  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안전하게 관리하기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미니어처 내부에 배터리와 전자부품이 들어 있음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" y="1572768"/>
            <a:ext cx="3529584" cy="1664208"/>
          </a:xfrm>
          <a:prstGeom prst="roundRect">
            <a:avLst>
              <a:gd name="adj" fmla="val 6593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04088" y="1801368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18516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37944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물과 습기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물기 있는 손으로 충전하지 않기. 음료·수조·가습기 주변 피하기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4352544" y="1572768"/>
            <a:ext cx="3529584" cy="1664208"/>
          </a:xfrm>
          <a:prstGeom prst="roundRect">
            <a:avLst>
              <a:gd name="adj" fmla="val 6593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81144" y="1801368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81144" y="18516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11496" y="1837944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열과 직사광선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608576" y="2331720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난방기구·차량 내부·강한 햇빛처럼 뜨거운 장소 피하기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8229600" y="1572768"/>
            <a:ext cx="3529584" cy="1664208"/>
          </a:xfrm>
          <a:prstGeom prst="roundRect">
            <a:avLst>
              <a:gd name="adj" fmla="val 6593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458200" y="1801368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58200" y="18516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88552" y="1837944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충격과 흔들기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485632" y="2331720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일시정지 동작은 부드럽게 하기. 떨어뜨리거나 세게 흔들지 않기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475488" y="3557016"/>
            <a:ext cx="3529584" cy="1664208"/>
          </a:xfrm>
          <a:prstGeom prst="roundRect">
            <a:avLst>
              <a:gd name="adj" fmla="val 6593"/>
            </a:avLst>
          </a:prstGeom>
          <a:solidFill>
            <a:srgbClr val="FFF1EE"/>
          </a:solidFill>
          <a:ln w="12700">
            <a:solidFill>
              <a:srgbClr val="D99486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04088" y="3785616"/>
            <a:ext cx="384048" cy="384048"/>
          </a:xfrm>
          <a:prstGeom prst="ellipse">
            <a:avLst/>
          </a:prstGeom>
          <a:solidFill>
            <a:srgbClr val="B75C4B"/>
          </a:solidFill>
          <a:ln w="12700">
            <a:solidFill>
              <a:srgbClr val="B75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04088" y="38359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822192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내부 배터리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731520" y="4315968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부풀음·냄새·과열이 느껴지면 사용과 충전 즉시 중단하기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4352544" y="3557016"/>
            <a:ext cx="3529584" cy="1664208"/>
          </a:xfrm>
          <a:prstGeom prst="roundRect">
            <a:avLst>
              <a:gd name="adj" fmla="val 6593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81144" y="3785616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581144" y="38359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11496" y="3822192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임의 분해 금지</a:t>
            </a:r>
            <a:endParaRPr lang="en-US" sz="1530" dirty="0"/>
          </a:p>
        </p:txBody>
      </p:sp>
      <p:sp>
        <p:nvSpPr>
          <p:cNvPr id="29" name="Text 27"/>
          <p:cNvSpPr/>
          <p:nvPr/>
        </p:nvSpPr>
        <p:spPr>
          <a:xfrm>
            <a:off x="4608576" y="4315968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전자부품·배터리·배선을 직접 수리하거나 개조하지 않기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8229600" y="3557016"/>
            <a:ext cx="3529584" cy="1664208"/>
          </a:xfrm>
          <a:prstGeom prst="roundRect">
            <a:avLst>
              <a:gd name="adj" fmla="val 6593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458200" y="3785616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458200" y="38359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88552" y="3822192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어린이 사용</a:t>
            </a:r>
            <a:endParaRPr lang="en-US" sz="1530" dirty="0"/>
          </a:p>
        </p:txBody>
      </p:sp>
      <p:sp>
        <p:nvSpPr>
          <p:cNvPr id="34" name="Text 32"/>
          <p:cNvSpPr/>
          <p:nvPr/>
        </p:nvSpPr>
        <p:spPr>
          <a:xfrm>
            <a:off x="8485632" y="4315968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작은 부품과 microSD 카드가 있으므로 보호자와 함께 사용하기</a:t>
            </a:r>
            <a:endParaRPr lang="en-US" sz="104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79A1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14 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장으로 사용 요약하기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0332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아래 네 가지만 기억하면 쉽게 사용하기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" y="1417320"/>
            <a:ext cx="7360920" cy="4553712"/>
          </a:xfrm>
          <a:prstGeom prst="roundRect">
            <a:avLst>
              <a:gd name="adj" fmla="val 2410"/>
            </a:avLst>
          </a:prstGeom>
          <a:solidFill>
            <a:srgbClr val="FFD65B"/>
          </a:solidFill>
          <a:ln w="12700">
            <a:solidFill>
              <a:srgbClr val="FFD65B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42416" y="1993392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42416" y="20436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72768" y="20391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충전하기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25786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옆면 USB Type-C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61104" y="178308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480560" y="1993392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80560" y="20436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20391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재생하기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17136" y="25786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10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변환</a:t>
            </a:r>
            <a:r>
              <a:rPr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10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파일</a:t>
            </a:r>
            <a:r>
              <a:rPr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sz="110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넣고</a:t>
            </a:r>
            <a:r>
              <a:rPr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lang="en-US" sz="1100" dirty="0" err="1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sd</a:t>
            </a:r>
            <a:r>
              <a:rPr lang="ko-KR" altLang="en-US"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</a:rPr>
              <a:t>카드 삽입</a:t>
            </a:r>
            <a:endParaRPr sz="1100" dirty="0">
              <a:solidFill>
                <a:srgbClr val="6E675D"/>
              </a:solidFill>
              <a:latin typeface="NanumSquare" pitchFamily="34" charset="0"/>
              <a:ea typeface="NanumSquare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361188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042416" y="3822192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42416" y="38724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72768" y="38679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볼륨 조절하기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44074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시계/반시계 방향 기울임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61104" y="361188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480560" y="3822192"/>
            <a:ext cx="384048" cy="384048"/>
          </a:xfrm>
          <a:prstGeom prst="ellipse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480560" y="38724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38679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일시정지하기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17136" y="44074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위아래로 부드럽게 흔들기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1417320"/>
            <a:ext cx="3575304" cy="4553712"/>
          </a:xfrm>
          <a:prstGeom prst="roundRect">
            <a:avLst>
              <a:gd name="adj" fmla="val 3069"/>
            </a:avLst>
          </a:prstGeom>
          <a:solidFill>
            <a:srgbClr val="FFFDF8"/>
          </a:solidFill>
          <a:ln w="12700">
            <a:solidFill>
              <a:srgbClr val="D9D4CA"/>
            </a:solidFill>
            <a:prstDash val="solid"/>
          </a:ln>
          <a:effectLst>
            <a:outerShdw blurRad="19050" dist="50800" dir="2700000" algn="bl" rotWithShape="0">
              <a:srgbClr val="BFB8AA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458200" y="17647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8282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기술 자료 · 변환 도구</a:t>
            </a:r>
            <a:endParaRPr lang="en-US" sz="1700" dirty="0"/>
          </a:p>
        </p:txBody>
      </p:sp>
      <p:pic>
        <p:nvPicPr>
          <p:cNvPr id="28" name="Image 0" descr="/mnt/data/macintoshmini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8" y="2350008"/>
            <a:ext cx="2130552" cy="2130552"/>
          </a:xfrm>
          <a:prstGeom prst="rect">
            <a:avLst/>
          </a:prstGeom>
        </p:spPr>
      </p:pic>
      <p:sp>
        <p:nvSpPr>
          <p:cNvPr id="29" name="Text 26">
            <a:hlinkClick r:id="rId4"/>
          </p:cNvPr>
          <p:cNvSpPr/>
          <p:nvPr/>
        </p:nvSpPr>
        <p:spPr>
          <a:xfrm>
            <a:off x="8430768" y="471830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u="sng" dirty="0">
                <a:solidFill>
                  <a:srgbClr val="315B7C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github.com/junsuk123/MacintoshMini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8549640" y="5175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최신 기능과 파일 변환 방법은
위 주소에서 확인하기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51560" y="6199632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75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Macintosh 및 Apple은 각 권리자의 상표입니다. 본 제품은 Apple Inc.와 무관한 개인 제작 미니어처입니다.</a:t>
            </a:r>
            <a:endParaRPr lang="en-US" sz="8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675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1320</Words>
  <Application>Microsoft Office PowerPoint</Application>
  <PresentationFormat>와이드스크린</PresentationFormat>
  <Paragraphs>310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NanumGothicCoding</vt:lpstr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두잉오브젝트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Macintosh Mini 사용자 설명서</dc:title>
  <dc:subject>Macintosh Mini 사용자 설명서</dc:subject>
  <dc:creator>두잉오브젝트</dc:creator>
  <cp:lastModifiedBy>김준석</cp:lastModifiedBy>
  <cp:revision>2</cp:revision>
  <dcterms:created xsi:type="dcterms:W3CDTF">2026-07-21T15:13:26Z</dcterms:created>
  <dcterms:modified xsi:type="dcterms:W3CDTF">2026-07-21T20:02:23Z</dcterms:modified>
</cp:coreProperties>
</file>